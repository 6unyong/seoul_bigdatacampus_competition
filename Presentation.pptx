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Relationship Id="rId21" Type="http://schemas.openxmlformats.org/officeDocument/2006/relationships/image" Target="../media/image7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125.png"/><Relationship Id="rId17" Type="http://schemas.openxmlformats.org/officeDocument/2006/relationships/image" Target="../media/image126.png"/><Relationship Id="rId18" Type="http://schemas.openxmlformats.org/officeDocument/2006/relationships/image" Target="../media/image12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Relationship Id="rId15" Type="http://schemas.openxmlformats.org/officeDocument/2006/relationships/image" Target="../media/image14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Relationship Id="rId11" Type="http://schemas.openxmlformats.org/officeDocument/2006/relationships/image" Target="../media/image151.png"/><Relationship Id="rId12" Type="http://schemas.openxmlformats.org/officeDocument/2006/relationships/image" Target="../media/image152.png"/><Relationship Id="rId13" Type="http://schemas.openxmlformats.org/officeDocument/2006/relationships/image" Target="../media/image153.png"/><Relationship Id="rId14" Type="http://schemas.openxmlformats.org/officeDocument/2006/relationships/image" Target="../media/image154.png"/><Relationship Id="rId15" Type="http://schemas.openxmlformats.org/officeDocument/2006/relationships/image" Target="../media/image155.png"/><Relationship Id="rId16" Type="http://schemas.openxmlformats.org/officeDocument/2006/relationships/image" Target="../media/image156.png"/><Relationship Id="rId17" Type="http://schemas.openxmlformats.org/officeDocument/2006/relationships/image" Target="../media/image15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Relationship Id="rId9" Type="http://schemas.openxmlformats.org/officeDocument/2006/relationships/image" Target="../media/image165.png"/><Relationship Id="rId10" Type="http://schemas.openxmlformats.org/officeDocument/2006/relationships/image" Target="../media/image16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Relationship Id="rId15" Type="http://schemas.openxmlformats.org/officeDocument/2006/relationships/image" Target="../media/image180.png"/><Relationship Id="rId16" Type="http://schemas.openxmlformats.org/officeDocument/2006/relationships/image" Target="../media/image181.png"/><Relationship Id="rId17" Type="http://schemas.openxmlformats.org/officeDocument/2006/relationships/image" Target="../media/image182.png"/><Relationship Id="rId18" Type="http://schemas.openxmlformats.org/officeDocument/2006/relationships/image" Target="../media/image183.png"/><Relationship Id="rId19" Type="http://schemas.openxmlformats.org/officeDocument/2006/relationships/image" Target="../media/image184.png"/><Relationship Id="rId20" Type="http://schemas.openxmlformats.org/officeDocument/2006/relationships/image" Target="../media/image185.png"/><Relationship Id="rId21" Type="http://schemas.openxmlformats.org/officeDocument/2006/relationships/image" Target="../media/image186.png"/><Relationship Id="rId22" Type="http://schemas.openxmlformats.org/officeDocument/2006/relationships/image" Target="../media/image187.png"/><Relationship Id="rId23" Type="http://schemas.openxmlformats.org/officeDocument/2006/relationships/image" Target="../media/image188.png"/><Relationship Id="rId24" Type="http://schemas.openxmlformats.org/officeDocument/2006/relationships/image" Target="../media/image18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Relationship Id="rId11" Type="http://schemas.openxmlformats.org/officeDocument/2006/relationships/image" Target="../media/image199.png"/><Relationship Id="rId12" Type="http://schemas.openxmlformats.org/officeDocument/2006/relationships/image" Target="../media/image200.png"/><Relationship Id="rId13" Type="http://schemas.openxmlformats.org/officeDocument/2006/relationships/image" Target="../media/image201.png"/><Relationship Id="rId14" Type="http://schemas.openxmlformats.org/officeDocument/2006/relationships/image" Target="../media/image202.png"/><Relationship Id="rId15" Type="http://schemas.openxmlformats.org/officeDocument/2006/relationships/image" Target="../media/image203.png"/><Relationship Id="rId16" Type="http://schemas.openxmlformats.org/officeDocument/2006/relationships/image" Target="../media/image204.png"/><Relationship Id="rId17" Type="http://schemas.openxmlformats.org/officeDocument/2006/relationships/image" Target="../media/image205.png"/><Relationship Id="rId18" Type="http://schemas.openxmlformats.org/officeDocument/2006/relationships/image" Target="../media/image206.png"/><Relationship Id="rId19" Type="http://schemas.openxmlformats.org/officeDocument/2006/relationships/image" Target="../media/image207.png"/><Relationship Id="rId20" Type="http://schemas.openxmlformats.org/officeDocument/2006/relationships/image" Target="../media/image208.png"/><Relationship Id="rId21" Type="http://schemas.openxmlformats.org/officeDocument/2006/relationships/image" Target="../media/image209.png"/><Relationship Id="rId22" Type="http://schemas.openxmlformats.org/officeDocument/2006/relationships/image" Target="../media/image210.png"/><Relationship Id="rId23" Type="http://schemas.openxmlformats.org/officeDocument/2006/relationships/image" Target="../media/image211.png"/><Relationship Id="rId24" Type="http://schemas.openxmlformats.org/officeDocument/2006/relationships/image" Target="../media/image212.png"/><Relationship Id="rId25" Type="http://schemas.openxmlformats.org/officeDocument/2006/relationships/image" Target="../media/image213.png"/><Relationship Id="rId26" Type="http://schemas.openxmlformats.org/officeDocument/2006/relationships/image" Target="../media/image214.png"/><Relationship Id="rId27" Type="http://schemas.openxmlformats.org/officeDocument/2006/relationships/image" Target="../media/image215.png"/><Relationship Id="rId28" Type="http://schemas.openxmlformats.org/officeDocument/2006/relationships/image" Target="../media/image21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Relationship Id="rId8" Type="http://schemas.openxmlformats.org/officeDocument/2006/relationships/image" Target="../media/image223.png"/><Relationship Id="rId9" Type="http://schemas.openxmlformats.org/officeDocument/2006/relationships/image" Target="../media/image224.png"/><Relationship Id="rId10" Type="http://schemas.openxmlformats.org/officeDocument/2006/relationships/image" Target="../media/image225.png"/><Relationship Id="rId11" Type="http://schemas.openxmlformats.org/officeDocument/2006/relationships/image" Target="../media/image226.png"/><Relationship Id="rId12" Type="http://schemas.openxmlformats.org/officeDocument/2006/relationships/image" Target="../media/image227.png"/><Relationship Id="rId13" Type="http://schemas.openxmlformats.org/officeDocument/2006/relationships/image" Target="../media/image228.png"/><Relationship Id="rId14" Type="http://schemas.openxmlformats.org/officeDocument/2006/relationships/image" Target="../media/image229.png"/><Relationship Id="rId15" Type="http://schemas.openxmlformats.org/officeDocument/2006/relationships/image" Target="../media/image23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1.pn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Relationship Id="rId18" Type="http://schemas.openxmlformats.org/officeDocument/2006/relationships/image" Target="../media/image247.png"/><Relationship Id="rId19" Type="http://schemas.openxmlformats.org/officeDocument/2006/relationships/image" Target="../media/image248.png"/><Relationship Id="rId20" Type="http://schemas.openxmlformats.org/officeDocument/2006/relationships/image" Target="../media/image24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Relationship Id="rId8" Type="http://schemas.openxmlformats.org/officeDocument/2006/relationships/image" Target="../media/image256.png"/><Relationship Id="rId9" Type="http://schemas.openxmlformats.org/officeDocument/2006/relationships/image" Target="../media/image257.png"/><Relationship Id="rId10" Type="http://schemas.openxmlformats.org/officeDocument/2006/relationships/image" Target="../media/image258.png"/><Relationship Id="rId11" Type="http://schemas.openxmlformats.org/officeDocument/2006/relationships/image" Target="../media/image259.png"/><Relationship Id="rId12" Type="http://schemas.openxmlformats.org/officeDocument/2006/relationships/image" Target="../media/image26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Relationship Id="rId6" Type="http://schemas.openxmlformats.org/officeDocument/2006/relationships/image" Target="../media/image265.png"/><Relationship Id="rId7" Type="http://schemas.openxmlformats.org/officeDocument/2006/relationships/image" Target="../media/image266.png"/><Relationship Id="rId8" Type="http://schemas.openxmlformats.org/officeDocument/2006/relationships/image" Target="../media/image267.png"/><Relationship Id="rId9" Type="http://schemas.openxmlformats.org/officeDocument/2006/relationships/image" Target="../media/image268.png"/><Relationship Id="rId10" Type="http://schemas.openxmlformats.org/officeDocument/2006/relationships/image" Target="../media/image269.png"/><Relationship Id="rId11" Type="http://schemas.openxmlformats.org/officeDocument/2006/relationships/image" Target="../media/image270.png"/><Relationship Id="rId12" Type="http://schemas.openxmlformats.org/officeDocument/2006/relationships/image" Target="../media/image271.png"/><Relationship Id="rId13" Type="http://schemas.openxmlformats.org/officeDocument/2006/relationships/image" Target="../media/image272.png"/><Relationship Id="rId14" Type="http://schemas.openxmlformats.org/officeDocument/2006/relationships/image" Target="../media/image273.png"/><Relationship Id="rId15" Type="http://schemas.openxmlformats.org/officeDocument/2006/relationships/image" Target="../media/image274.png"/><Relationship Id="rId16" Type="http://schemas.openxmlformats.org/officeDocument/2006/relationships/image" Target="../media/image275.png"/><Relationship Id="rId17" Type="http://schemas.openxmlformats.org/officeDocument/2006/relationships/image" Target="../media/image276.png"/><Relationship Id="rId18" Type="http://schemas.openxmlformats.org/officeDocument/2006/relationships/image" Target="../media/image277.png"/><Relationship Id="rId19" Type="http://schemas.openxmlformats.org/officeDocument/2006/relationships/image" Target="../media/image27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9.png"/><Relationship Id="rId3" Type="http://schemas.openxmlformats.org/officeDocument/2006/relationships/image" Target="../media/image280.png"/><Relationship Id="rId4" Type="http://schemas.openxmlformats.org/officeDocument/2006/relationships/image" Target="../media/image281.png"/><Relationship Id="rId5" Type="http://schemas.openxmlformats.org/officeDocument/2006/relationships/image" Target="../media/image282.png"/><Relationship Id="rId6" Type="http://schemas.openxmlformats.org/officeDocument/2006/relationships/image" Target="../media/image283.png"/><Relationship Id="rId7" Type="http://schemas.openxmlformats.org/officeDocument/2006/relationships/image" Target="../media/image284.png"/><Relationship Id="rId8" Type="http://schemas.openxmlformats.org/officeDocument/2006/relationships/image" Target="../media/image285.png"/><Relationship Id="rId9" Type="http://schemas.openxmlformats.org/officeDocument/2006/relationships/image" Target="../media/image286.png"/><Relationship Id="rId10" Type="http://schemas.openxmlformats.org/officeDocument/2006/relationships/image" Target="../media/image287.png"/><Relationship Id="rId11" Type="http://schemas.openxmlformats.org/officeDocument/2006/relationships/image" Target="../media/image288.png"/><Relationship Id="rId12" Type="http://schemas.openxmlformats.org/officeDocument/2006/relationships/image" Target="../media/image289.png"/><Relationship Id="rId13" Type="http://schemas.openxmlformats.org/officeDocument/2006/relationships/image" Target="../media/image290.png"/><Relationship Id="rId14" Type="http://schemas.openxmlformats.org/officeDocument/2006/relationships/image" Target="../media/image291.png"/><Relationship Id="rId15" Type="http://schemas.openxmlformats.org/officeDocument/2006/relationships/image" Target="../media/image292.png"/><Relationship Id="rId16" Type="http://schemas.openxmlformats.org/officeDocument/2006/relationships/image" Target="../media/image293.png"/><Relationship Id="rId17" Type="http://schemas.openxmlformats.org/officeDocument/2006/relationships/image" Target="../media/image294.png"/><Relationship Id="rId18" Type="http://schemas.openxmlformats.org/officeDocument/2006/relationships/image" Target="../media/image295.png"/><Relationship Id="rId19" Type="http://schemas.openxmlformats.org/officeDocument/2006/relationships/image" Target="../media/image296.png"/><Relationship Id="rId20" Type="http://schemas.openxmlformats.org/officeDocument/2006/relationships/image" Target="../media/image297.png"/><Relationship Id="rId21" Type="http://schemas.openxmlformats.org/officeDocument/2006/relationships/image" Target="../media/image298.png"/><Relationship Id="rId22" Type="http://schemas.openxmlformats.org/officeDocument/2006/relationships/image" Target="../media/image299.png"/><Relationship Id="rId23" Type="http://schemas.openxmlformats.org/officeDocument/2006/relationships/image" Target="../media/image30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1076082"/>
            <a:ext cx="18285714" cy="9209632"/>
            <a:chOff x="0" y="1076082"/>
            <a:chExt cx="18285714" cy="920963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76082"/>
              <a:ext cx="18285714" cy="9209632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85983" y="2147457"/>
            <a:ext cx="19525758" cy="644226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2379" y="6865567"/>
            <a:ext cx="16790974" cy="1156098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4468" y="489878"/>
            <a:ext cx="3597746" cy="574984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3516" y="198457"/>
            <a:ext cx="858442" cy="574984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019048" y="2814120"/>
            <a:ext cx="10247619" cy="2062382"/>
            <a:chOff x="4019048" y="2814120"/>
            <a:chExt cx="10247619" cy="2062382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9048" y="2814120"/>
              <a:ext cx="10247619" cy="20623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37514" y="369297"/>
            <a:ext cx="5222719" cy="1753446"/>
            <a:chOff x="537514" y="369297"/>
            <a:chExt cx="5222719" cy="175344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14" y="369297"/>
              <a:ext cx="5222719" cy="175344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85078" y="-2133744"/>
            <a:ext cx="4884232" cy="21150698"/>
            <a:chOff x="7785078" y="-2133744"/>
            <a:chExt cx="4884232" cy="2115069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7785078" y="-2133744"/>
              <a:ext cx="4884232" cy="2115069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8174" y="4391434"/>
            <a:ext cx="3724754" cy="2408021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80101" y="-278072"/>
            <a:ext cx="7123704" cy="3220190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45664" y="4406569"/>
            <a:ext cx="5657440" cy="2369840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679776" y="4376296"/>
            <a:ext cx="4019573" cy="240803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79648" y="6056957"/>
            <a:ext cx="4212962" cy="1599924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72332" y="7024937"/>
            <a:ext cx="3602229" cy="1599924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379043" y="6056957"/>
            <a:ext cx="4212962" cy="1599924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379043" y="7045557"/>
            <a:ext cx="4212962" cy="1599924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660774" y="6066481"/>
            <a:ext cx="4270105" cy="1571352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91379" y="7993862"/>
            <a:ext cx="4232010" cy="15999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90843" y="-1045264"/>
            <a:ext cx="11836209" cy="1421589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3840814" y="3539585"/>
            <a:ext cx="6149726" cy="1955239"/>
            <a:chOff x="3840814" y="3539585"/>
            <a:chExt cx="6149726" cy="1955239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814" y="3539585"/>
              <a:ext cx="6149726" cy="1955239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847597" y="-1520027"/>
            <a:ext cx="12117559" cy="565614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999884" y="-240089"/>
            <a:ext cx="3285830" cy="10552381"/>
            <a:chOff x="14999884" y="-240089"/>
            <a:chExt cx="3285830" cy="10552381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99884" y="-240089"/>
              <a:ext cx="3285830" cy="10552381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801695" y="4905012"/>
            <a:ext cx="8117333" cy="3890666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514098" y="2930536"/>
            <a:ext cx="9632847" cy="413238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42003" y="927603"/>
            <a:ext cx="6976866" cy="3909713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42421" y="6422024"/>
            <a:ext cx="16185911" cy="7182825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5798482" y="44069"/>
            <a:ext cx="2476442" cy="79575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086164" y="9742745"/>
            <a:ext cx="1431888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502361" y="1168046"/>
            <a:ext cx="2539266" cy="1573491"/>
            <a:chOff x="1502361" y="1168046"/>
            <a:chExt cx="2539266" cy="1573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361" y="1168046"/>
              <a:ext cx="2539266" cy="1573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417100" y="0"/>
            <a:ext cx="868614" cy="10285714"/>
            <a:chOff x="17417100" y="0"/>
            <a:chExt cx="868614" cy="102857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17100" y="0"/>
              <a:ext cx="868614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187260" y="7043918"/>
            <a:ext cx="7617649" cy="21429"/>
            <a:chOff x="9187260" y="7043918"/>
            <a:chExt cx="7617649" cy="2142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7260" y="7043918"/>
              <a:ext cx="7617649" cy="21429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884955" y="7808720"/>
            <a:ext cx="8453648" cy="128607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202397" y="9074150"/>
            <a:ext cx="7617649" cy="21429"/>
            <a:chOff x="9202397" y="9074150"/>
            <a:chExt cx="7617649" cy="2142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02397" y="9074150"/>
              <a:ext cx="7617649" cy="21429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85835" y="3607631"/>
            <a:ext cx="7478496" cy="5608872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904621" y="4933497"/>
            <a:ext cx="8203584" cy="2171699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93629" y="804258"/>
            <a:ext cx="11729365" cy="3108680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3698" y="77423"/>
            <a:ext cx="2476442" cy="795756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7089002" y="9742745"/>
            <a:ext cx="1413850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257143" y="0"/>
            <a:ext cx="5028571" cy="10285714"/>
            <a:chOff x="13257143" y="0"/>
            <a:chExt cx="5028571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57143" y="0"/>
              <a:ext cx="5028571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159057" y="-19048"/>
            <a:ext cx="1098086" cy="10409524"/>
            <a:chOff x="12159057" y="-19048"/>
            <a:chExt cx="1098086" cy="104095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59057" y="-19048"/>
              <a:ext cx="1098086" cy="10409524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698" y="77423"/>
            <a:ext cx="2250414" cy="79575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25064" y="3741916"/>
            <a:ext cx="11509979" cy="1565684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1522" y="6728860"/>
            <a:ext cx="11460213" cy="2962623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8789" y="6094306"/>
            <a:ext cx="1723903" cy="1012379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086164" y="9742745"/>
            <a:ext cx="1431888" cy="65271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50188" y="1361327"/>
            <a:ext cx="10527378" cy="2632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90089" y="1572979"/>
            <a:ext cx="11787925" cy="2426124"/>
            <a:chOff x="1090089" y="1572979"/>
            <a:chExt cx="11787925" cy="242612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089" y="1572979"/>
              <a:ext cx="11787925" cy="242612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400000" y="8277231"/>
            <a:ext cx="2777788" cy="2182624"/>
            <a:chOff x="9400000" y="8277231"/>
            <a:chExt cx="2777788" cy="21826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0000" y="8277231"/>
              <a:ext cx="2777788" cy="218262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151429" y="7306134"/>
            <a:ext cx="3091711" cy="3009855"/>
            <a:chOff x="12151429" y="7306134"/>
            <a:chExt cx="3091711" cy="300985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51429" y="7306134"/>
              <a:ext cx="3091711" cy="3009855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5243141" y="6081042"/>
            <a:ext cx="3042573" cy="4204673"/>
            <a:chOff x="15243141" y="6081042"/>
            <a:chExt cx="3042573" cy="420467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3141" y="6081042"/>
              <a:ext cx="3042573" cy="420467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207942" y="9225803"/>
            <a:ext cx="3192058" cy="1059912"/>
            <a:chOff x="6207942" y="9225803"/>
            <a:chExt cx="3192058" cy="105991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7942" y="9225803"/>
              <a:ext cx="3192058" cy="105991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474929" y="4247676"/>
            <a:ext cx="6993377" cy="4082283"/>
            <a:chOff x="10474929" y="4247676"/>
            <a:chExt cx="6993377" cy="4082283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4929" y="4247676"/>
              <a:ext cx="6993377" cy="4082283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56959" y="1688705"/>
            <a:ext cx="12006257" cy="2455657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3698" y="77423"/>
            <a:ext cx="2556985" cy="795757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132398" y="4247676"/>
            <a:ext cx="11745617" cy="2426124"/>
            <a:chOff x="1132398" y="4247676"/>
            <a:chExt cx="11745617" cy="242612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2398" y="4247676"/>
              <a:ext cx="11745617" cy="2426124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08795" y="4430071"/>
            <a:ext cx="12025419" cy="2455657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422013" y="4068485"/>
            <a:ext cx="2683956" cy="838870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51316" y="1392354"/>
            <a:ext cx="2622460" cy="838870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7085449" y="9742745"/>
            <a:ext cx="1434031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142857"/>
            <a:chOff x="0" y="0"/>
            <a:chExt cx="18285714" cy="114285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14285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152677" y="5548483"/>
            <a:ext cx="9506551" cy="21429"/>
            <a:chOff x="3152677" y="5548483"/>
            <a:chExt cx="9506551" cy="2142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5400000">
              <a:off x="3152677" y="5548483"/>
              <a:ext cx="9506551" cy="2142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894911" y="4165290"/>
            <a:ext cx="10421094" cy="21429"/>
            <a:chOff x="7894911" y="4165290"/>
            <a:chExt cx="10421094" cy="2142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4911" y="4165290"/>
              <a:ext cx="10421094" cy="214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916598" y="7250504"/>
            <a:ext cx="10399393" cy="21429"/>
            <a:chOff x="7916598" y="7250504"/>
            <a:chExt cx="10399393" cy="2142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6598" y="7250504"/>
              <a:ext cx="10399393" cy="214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76190" y="4955358"/>
            <a:ext cx="5920003" cy="1564989"/>
            <a:chOff x="876190" y="4955358"/>
            <a:chExt cx="5920003" cy="156498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190" y="4955358"/>
              <a:ext cx="5920003" cy="156498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588867" y="5651341"/>
            <a:ext cx="9506551" cy="21429"/>
            <a:chOff x="4588867" y="5651341"/>
            <a:chExt cx="9506551" cy="2142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5400000">
              <a:off x="4588867" y="5651341"/>
              <a:ext cx="9506551" cy="21429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15091" y="1706680"/>
            <a:ext cx="3770654" cy="206651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054525" y="4774282"/>
            <a:ext cx="3110968" cy="2110615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075501" y="7844958"/>
            <a:ext cx="3107510" cy="2125844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939050" y="8040117"/>
            <a:ext cx="4966428" cy="936304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881717" y="4784527"/>
            <a:ext cx="2112162" cy="888534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853145" y="1661227"/>
            <a:ext cx="3704305" cy="937267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99255" y="4477040"/>
            <a:ext cx="5941701" cy="2934082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882669" y="2450201"/>
            <a:ext cx="7422335" cy="653964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987430" y="8734040"/>
            <a:ext cx="7169926" cy="1019022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03698" y="77423"/>
            <a:ext cx="3050471" cy="79575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9897234" y="2913306"/>
            <a:ext cx="7811364" cy="653964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9941526" y="5485536"/>
            <a:ext cx="6222184" cy="653965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7080478" y="9742745"/>
            <a:ext cx="1439422" cy="65271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9976117" y="5861512"/>
            <a:ext cx="6485926" cy="1016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142857"/>
            <a:chOff x="0" y="0"/>
            <a:chExt cx="18285714" cy="114285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14285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1163879"/>
            <a:ext cx="18285714" cy="9303481"/>
            <a:chOff x="0" y="1163879"/>
            <a:chExt cx="18285714" cy="930348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63879"/>
              <a:ext cx="18285714" cy="930348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087606" y="6977932"/>
            <a:ext cx="2139138" cy="2139138"/>
            <a:chOff x="9087606" y="6977932"/>
            <a:chExt cx="2139138" cy="21391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9087606" y="6977932"/>
              <a:ext cx="2139138" cy="2139138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582707" y="437174"/>
            <a:ext cx="11437495" cy="713165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386208" y="423739"/>
            <a:ext cx="15156252" cy="713165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08598" y="4250695"/>
            <a:ext cx="4272272" cy="7206718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648119" y="4250695"/>
            <a:ext cx="4272272" cy="720671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39135" y="4235558"/>
            <a:ext cx="4272272" cy="7206718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37849" y="1297143"/>
            <a:ext cx="3160228" cy="1022847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0836708" y="6718679"/>
            <a:ext cx="5940657" cy="2798400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7085926" y="9742745"/>
            <a:ext cx="1432603" cy="652717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37753" y="5718512"/>
            <a:ext cx="2376716" cy="668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-158594"/>
            <a:ext cx="18516682" cy="10640997"/>
            <a:chOff x="-151372" y="-158594"/>
            <a:chExt cx="18516682" cy="1064099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-158594"/>
              <a:ext cx="18516682" cy="1064099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633491" y="0"/>
            <a:ext cx="652223" cy="10285714"/>
            <a:chOff x="17633491" y="0"/>
            <a:chExt cx="652223" cy="102857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3491" y="0"/>
              <a:ext cx="652223" cy="10285714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391" y="744705"/>
            <a:ext cx="4733228" cy="1015905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197794" y="1386417"/>
            <a:ext cx="10723310" cy="8774170"/>
            <a:chOff x="1197794" y="1386417"/>
            <a:chExt cx="10723310" cy="8774170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197794" y="1409191"/>
              <a:ext cx="5259508" cy="4139281"/>
              <a:chOff x="1197794" y="1409191"/>
              <a:chExt cx="5259508" cy="4139281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-1296871" y="-525361"/>
                <a:ext cx="10519016" cy="8278561"/>
              </a:xfrm>
              <a:prstGeom prst="rect">
                <a:avLst/>
              </a:prstGeom>
            </p:spPr>
          </p:pic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97794" y="1409191"/>
                <a:ext cx="5259508" cy="4139281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6702056" y="1386417"/>
              <a:ext cx="5216429" cy="4162055"/>
              <a:chOff x="6702056" y="1386417"/>
              <a:chExt cx="5216429" cy="4162055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229673" y="-558779"/>
                <a:ext cx="10432858" cy="8324110"/>
              </a:xfrm>
              <a:prstGeom prst="rect">
                <a:avLst/>
              </a:prstGeom>
            </p:spPr>
          </p:pic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702056" y="1386417"/>
                <a:ext cx="5216429" cy="4162055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197794" y="5710718"/>
              <a:ext cx="5259508" cy="4228874"/>
              <a:chOff x="1197794" y="5710718"/>
              <a:chExt cx="5259508" cy="4228874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-1293947" y="3734294"/>
                <a:ext cx="10519016" cy="8457747"/>
              </a:xfrm>
              <a:prstGeom prst="rect">
                <a:avLst/>
              </a:prstGeom>
            </p:spPr>
          </p:pic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197794" y="5710718"/>
                <a:ext cx="5259508" cy="422887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6702056" y="5710718"/>
              <a:ext cx="5160112" cy="4200642"/>
              <a:chOff x="6702056" y="5710718"/>
              <a:chExt cx="5160112" cy="4200642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259091" y="3747488"/>
                <a:ext cx="10320224" cy="8401283"/>
              </a:xfrm>
              <a:prstGeom prst="rect">
                <a:avLst/>
              </a:prstGeom>
            </p:spPr>
          </p:pic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702056" y="5710718"/>
                <a:ext cx="5160112" cy="4200642"/>
              </a:xfrm>
              <a:prstGeom prst="rect">
                <a:avLst/>
              </a:prstGeom>
            </p:spPr>
          </p:pic>
        </p:grpSp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81977" y="5232276"/>
              <a:ext cx="1805019" cy="822867"/>
            </a:xfrm>
            <a:prstGeom prst="rect">
              <a:avLst/>
            </a:prstGeom>
          </p:spPr>
        </p:pic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25326" y="5232279"/>
              <a:ext cx="3546981" cy="822867"/>
            </a:xfrm>
            <a:prstGeom prst="rect">
              <a:avLst/>
            </a:prstGeom>
          </p:spPr>
        </p:pic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81574" y="9595145"/>
              <a:ext cx="1506057" cy="822867"/>
            </a:xfrm>
            <a:prstGeom prst="rect">
              <a:avLst/>
            </a:prstGeom>
          </p:spPr>
        </p:pic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20288" y="9623431"/>
              <a:ext cx="1805019" cy="822867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1614288" y="7045700"/>
            <a:ext cx="6260429" cy="274343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7085449" y="9742745"/>
            <a:ext cx="1434031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624832" y="767562"/>
            <a:ext cx="5180838" cy="4297930"/>
            <a:chOff x="5624832" y="767562"/>
            <a:chExt cx="5180838" cy="429793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4679" y="-1241137"/>
              <a:ext cx="10361676" cy="8595860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4832" y="767562"/>
              <a:ext cx="5180838" cy="429793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086223" y="767562"/>
            <a:ext cx="5174517" cy="4297930"/>
            <a:chOff x="11086223" y="767562"/>
            <a:chExt cx="5174517" cy="429793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39231" y="-1241137"/>
              <a:ext cx="10349034" cy="8595860"/>
            </a:xfrm>
            <a:prstGeom prst="rect">
              <a:avLst/>
            </a:prstGeom>
          </p:spPr>
        </p:pic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86223" y="767562"/>
              <a:ext cx="5174517" cy="429793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634356" y="5237297"/>
            <a:ext cx="5171314" cy="4242842"/>
            <a:chOff x="5634356" y="5237297"/>
            <a:chExt cx="5171314" cy="424284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7167" y="3254344"/>
              <a:ext cx="10342628" cy="8485684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4356" y="5237297"/>
              <a:ext cx="5171314" cy="424284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086223" y="5222911"/>
            <a:ext cx="5146668" cy="4268959"/>
            <a:chOff x="11086223" y="5222911"/>
            <a:chExt cx="5146668" cy="426895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2210" y="3227752"/>
              <a:ext cx="10293337" cy="8537918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86223" y="5222911"/>
              <a:ext cx="5146668" cy="426895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7633491" y="0"/>
            <a:ext cx="652223" cy="10285714"/>
            <a:chOff x="17633491" y="0"/>
            <a:chExt cx="652223" cy="10285714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33491" y="0"/>
              <a:ext cx="652223" cy="10285714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57391" y="668514"/>
            <a:ext cx="4370647" cy="1015905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199852" y="4730248"/>
            <a:ext cx="2485486" cy="822867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594827" y="4720725"/>
            <a:ext cx="2784676" cy="822867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010683" y="9077757"/>
            <a:ext cx="2784676" cy="822867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2413768" y="9116884"/>
            <a:ext cx="3083638" cy="822867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7059906" y="9742745"/>
            <a:ext cx="1449403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7633491" y="0"/>
            <a:ext cx="652223" cy="10285714"/>
            <a:chOff x="17633491" y="0"/>
            <a:chExt cx="652223" cy="1028571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3491" y="0"/>
              <a:ext cx="652223" cy="1028571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39978" y="3077697"/>
            <a:ext cx="5286798" cy="4204561"/>
            <a:chOff x="739978" y="3077697"/>
            <a:chExt cx="5286798" cy="420456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766203" y="1112636"/>
              <a:ext cx="10573597" cy="8409121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78" y="3077697"/>
              <a:ext cx="5286798" cy="420456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295920" y="3012299"/>
            <a:ext cx="5137709" cy="4331606"/>
            <a:chOff x="6295920" y="3012299"/>
            <a:chExt cx="5137709" cy="433160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8431" y="987861"/>
              <a:ext cx="10275418" cy="8663212"/>
            </a:xfrm>
            <a:prstGeom prst="rect">
              <a:avLst/>
            </a:prstGeom>
          </p:spPr>
        </p:pic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95920" y="3012299"/>
              <a:ext cx="5137709" cy="433160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660687" y="3021829"/>
            <a:ext cx="5353204" cy="4339848"/>
            <a:chOff x="11660687" y="3021829"/>
            <a:chExt cx="5353204" cy="4339848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25719" y="993539"/>
              <a:ext cx="10706408" cy="8679696"/>
            </a:xfrm>
            <a:prstGeom prst="rect">
              <a:avLst/>
            </a:prstGeom>
          </p:spPr>
        </p:pic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60687" y="3021829"/>
              <a:ext cx="5353204" cy="4339848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7391" y="668514"/>
            <a:ext cx="2899495" cy="1015905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504868" y="7110832"/>
            <a:ext cx="2186524" cy="822867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893091" y="7139403"/>
            <a:ext cx="2485486" cy="822867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347050" y="7151517"/>
            <a:ext cx="2784676" cy="822867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7029392" y="9733221"/>
            <a:ext cx="1464755" cy="6622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0505" y="619552"/>
            <a:ext cx="514286" cy="18818038"/>
            <a:chOff x="9000505" y="619552"/>
            <a:chExt cx="514286" cy="18818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9000505" y="619552"/>
              <a:ext cx="514286" cy="1881803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6342846" y="-16735"/>
            <a:ext cx="30899632" cy="6348856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391" y="668514"/>
            <a:ext cx="2691600" cy="1015905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70479" y="4770307"/>
            <a:ext cx="12037581" cy="122025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112151" y="6362292"/>
            <a:ext cx="12505848" cy="1213895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0219" y="7391069"/>
            <a:ext cx="13888095" cy="1601057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7055173" y="9742745"/>
            <a:ext cx="1463603" cy="64319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4774050" y="2501022"/>
            <a:ext cx="1156625" cy="338790"/>
            <a:chOff x="4774050" y="2501022"/>
            <a:chExt cx="1156625" cy="338790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4050" y="2501022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283614" y="2501022"/>
            <a:ext cx="1156625" cy="338790"/>
            <a:chOff x="7283614" y="2501022"/>
            <a:chExt cx="1156625" cy="338790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83614" y="2501022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691909" y="2501022"/>
            <a:ext cx="1156625" cy="338790"/>
            <a:chOff x="9691909" y="2501022"/>
            <a:chExt cx="1156625" cy="33879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91909" y="2501022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506184" y="4330431"/>
            <a:ext cx="1156625" cy="338790"/>
            <a:chOff x="2506184" y="4330431"/>
            <a:chExt cx="1156625" cy="33879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06184" y="4330431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848534" y="4330431"/>
            <a:ext cx="1156625" cy="338790"/>
            <a:chOff x="10848534" y="4330431"/>
            <a:chExt cx="1156625" cy="33879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48534" y="4330431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089834" y="4330431"/>
            <a:ext cx="1156625" cy="338790"/>
            <a:chOff x="12089834" y="4330431"/>
            <a:chExt cx="1156625" cy="33879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89834" y="4330431"/>
              <a:ext cx="1156625" cy="33879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478563" y="4330431"/>
            <a:ext cx="1156625" cy="338790"/>
            <a:chOff x="14478563" y="4330431"/>
            <a:chExt cx="1156625" cy="338790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478563" y="4330431"/>
              <a:ext cx="1156625" cy="3387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0505" y="619552"/>
            <a:ext cx="514286" cy="18818038"/>
            <a:chOff x="9000505" y="619552"/>
            <a:chExt cx="514286" cy="18818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9000505" y="619552"/>
              <a:ext cx="514286" cy="188180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952626" y="3160079"/>
            <a:ext cx="6171429" cy="5645340"/>
            <a:chOff x="1952626" y="3160079"/>
            <a:chExt cx="6171429" cy="564534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948849" y="521649"/>
              <a:ext cx="12342857" cy="11290679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2626" y="3160079"/>
              <a:ext cx="6171429" cy="5645340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391" y="668514"/>
            <a:ext cx="10405647" cy="1015905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86279" y="1472498"/>
            <a:ext cx="15248019" cy="1201295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464637" y="6582307"/>
            <a:ext cx="8954401" cy="2385392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7055411" y="9742745"/>
            <a:ext cx="1462888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0505" y="619552"/>
            <a:ext cx="514286" cy="18818038"/>
            <a:chOff x="9000505" y="619552"/>
            <a:chExt cx="514286" cy="18818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9000505" y="619552"/>
              <a:ext cx="514286" cy="1881803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391" y="668514"/>
            <a:ext cx="10405647" cy="1015905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693620" y="2130558"/>
            <a:ext cx="677146" cy="679292"/>
            <a:chOff x="1693620" y="2130558"/>
            <a:chExt cx="677146" cy="679292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693620" y="2130558"/>
              <a:ext cx="677146" cy="679292"/>
              <a:chOff x="1693620" y="2130558"/>
              <a:chExt cx="677146" cy="679292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693620" y="2130558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0173" y="2174545"/>
              <a:ext cx="1052726" cy="702241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496774" y="2088002"/>
            <a:ext cx="13266324" cy="939010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519526" y="3389418"/>
            <a:ext cx="6193705" cy="93066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693620" y="3381796"/>
            <a:ext cx="677146" cy="679292"/>
            <a:chOff x="1693620" y="3381796"/>
            <a:chExt cx="677146" cy="679292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693620" y="3381796"/>
              <a:ext cx="677146" cy="679292"/>
              <a:chOff x="1693620" y="3381796"/>
              <a:chExt cx="677146" cy="679292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693620" y="3381796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8068" y="3438999"/>
              <a:ext cx="1045231" cy="66258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693620" y="4649099"/>
            <a:ext cx="677146" cy="679292"/>
            <a:chOff x="1693620" y="4649099"/>
            <a:chExt cx="677146" cy="679292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1693620" y="4649099"/>
              <a:ext cx="677146" cy="679292"/>
              <a:chOff x="1693620" y="4649099"/>
              <a:chExt cx="677146" cy="679292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693620" y="4649099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8335" y="4706297"/>
              <a:ext cx="1044431" cy="66261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693620" y="5866430"/>
            <a:ext cx="677146" cy="679292"/>
            <a:chOff x="1693620" y="5866430"/>
            <a:chExt cx="677146" cy="679292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693620" y="5866430"/>
              <a:ext cx="677146" cy="679292"/>
              <a:chOff x="1693620" y="5866430"/>
              <a:chExt cx="677146" cy="679292"/>
            </a:xfrm>
          </p:grpSpPr>
          <p:pic>
            <p:nvPicPr>
              <p:cNvPr id="32" name="Object 31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693620" y="5866430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22012" y="5923622"/>
              <a:ext cx="1053879" cy="66261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693620" y="7056757"/>
            <a:ext cx="677146" cy="679292"/>
            <a:chOff x="1693620" y="7056757"/>
            <a:chExt cx="677146" cy="679292"/>
          </a:xfrm>
        </p:grpSpPr>
        <p:grpSp>
          <p:nvGrpSpPr>
            <p:cNvPr id="1012" name="그룹 1012"/>
            <p:cNvGrpSpPr/>
            <p:nvPr/>
          </p:nvGrpSpPr>
          <p:grpSpPr>
            <a:xfrm>
              <a:off x="1693620" y="7056757"/>
              <a:ext cx="677146" cy="679292"/>
              <a:chOff x="1693620" y="7056757"/>
              <a:chExt cx="677146" cy="679292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1693620" y="7056757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8333" y="7113958"/>
              <a:ext cx="1044431" cy="66258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712668" y="8268649"/>
            <a:ext cx="677146" cy="679292"/>
            <a:chOff x="1712668" y="8268649"/>
            <a:chExt cx="677146" cy="679292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712668" y="8268649"/>
              <a:ext cx="677146" cy="679292"/>
              <a:chOff x="1712668" y="8268649"/>
              <a:chExt cx="677146" cy="679292"/>
            </a:xfrm>
          </p:grpSpPr>
          <p:pic>
            <p:nvPicPr>
              <p:cNvPr id="44" name="Object 43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1712668" y="8268649"/>
                <a:ext cx="677146" cy="679292"/>
              </a:xfrm>
              <a:prstGeom prst="rect">
                <a:avLst/>
              </a:prstGeom>
            </p:spPr>
          </p:pic>
        </p:grpSp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46849" y="8325847"/>
              <a:ext cx="1055555" cy="662612"/>
            </a:xfrm>
            <a:prstGeom prst="rect">
              <a:avLst/>
            </a:prstGeom>
          </p:spPr>
        </p:pic>
      </p:grpSp>
      <p:pic>
        <p:nvPicPr>
          <p:cNvPr id="48" name="Object 4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2487250" y="4575259"/>
            <a:ext cx="10251058" cy="941562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2496774" y="5790880"/>
            <a:ext cx="12253610" cy="941562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2500240" y="6898021"/>
            <a:ext cx="14207229" cy="1346248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2496774" y="8312402"/>
            <a:ext cx="6527962" cy="931581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7058487" y="9742745"/>
            <a:ext cx="1444136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0505" y="619552"/>
            <a:ext cx="514286" cy="18818038"/>
            <a:chOff x="9000505" y="619552"/>
            <a:chExt cx="514286" cy="18818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9000505" y="619552"/>
              <a:ext cx="514286" cy="188180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34593" y="2048268"/>
            <a:ext cx="5514051" cy="4576001"/>
            <a:chOff x="934593" y="2048268"/>
            <a:chExt cx="5514051" cy="457600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673092" y="-90391"/>
              <a:ext cx="11028102" cy="9152001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593" y="2048268"/>
              <a:ext cx="5514051" cy="457600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868354" y="2048268"/>
            <a:ext cx="4961270" cy="4617754"/>
            <a:chOff x="6868354" y="2048268"/>
            <a:chExt cx="4961270" cy="461775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8422" y="-109905"/>
              <a:ext cx="9922541" cy="9235509"/>
            </a:xfrm>
            <a:prstGeom prst="rect">
              <a:avLst/>
            </a:prstGeom>
          </p:spPr>
        </p:pic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68354" y="2048268"/>
              <a:ext cx="4961270" cy="461775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175020" y="2128869"/>
            <a:ext cx="5232253" cy="4552291"/>
            <a:chOff x="12175020" y="2128869"/>
            <a:chExt cx="5232253" cy="4552291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07460" y="1291"/>
              <a:ext cx="10464506" cy="9104581"/>
            </a:xfrm>
            <a:prstGeom prst="rect">
              <a:avLst/>
            </a:prstGeom>
          </p:spPr>
        </p:pic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75020" y="2128869"/>
              <a:ext cx="5232253" cy="455229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489588" y="4411646"/>
            <a:ext cx="2733683" cy="679313"/>
            <a:chOff x="3489588" y="4411646"/>
            <a:chExt cx="2733683" cy="67931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1980000">
              <a:off x="3489588" y="4411646"/>
              <a:ext cx="2733683" cy="67931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988078" y="5425804"/>
            <a:ext cx="1359221" cy="679313"/>
            <a:chOff x="1988078" y="5425804"/>
            <a:chExt cx="1359221" cy="67931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7860000">
              <a:off x="1988078" y="5425804"/>
              <a:ext cx="1359221" cy="67931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265940" y="2212242"/>
            <a:ext cx="1359221" cy="679313"/>
            <a:chOff x="4265940" y="2212242"/>
            <a:chExt cx="1359221" cy="67931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9620000">
              <a:off x="4265940" y="2212242"/>
              <a:ext cx="1359221" cy="679313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753344" y="3033754"/>
            <a:ext cx="1359221" cy="679313"/>
            <a:chOff x="4753344" y="3033754"/>
            <a:chExt cx="1359221" cy="67931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200000">
              <a:off x="4753344" y="3033754"/>
              <a:ext cx="1359221" cy="679313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2886531" y="3845264"/>
            <a:ext cx="966730" cy="951735"/>
            <a:chOff x="2886531" y="3845264"/>
            <a:chExt cx="966730" cy="951735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86531" y="3845264"/>
              <a:ext cx="966730" cy="951735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8166604" y="4298173"/>
            <a:ext cx="966730" cy="951735"/>
            <a:chOff x="8166604" y="4298173"/>
            <a:chExt cx="966730" cy="951735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66604" y="4298173"/>
              <a:ext cx="966730" cy="95173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3642266" y="4167506"/>
            <a:ext cx="966730" cy="951735"/>
            <a:chOff x="13642266" y="4167506"/>
            <a:chExt cx="966730" cy="951735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42266" y="4167506"/>
              <a:ext cx="966730" cy="951735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57391" y="668514"/>
            <a:ext cx="10405647" cy="1015905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3237618" y="7039405"/>
            <a:ext cx="12375609" cy="1015905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490457" y="7880720"/>
            <a:ext cx="15817638" cy="1508362"/>
          </a:xfrm>
          <a:prstGeom prst="rect">
            <a:avLst/>
          </a:prstGeom>
        </p:spPr>
      </p:pic>
      <p:pic>
        <p:nvPicPr>
          <p:cNvPr id="45" name="Object 4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103525" y="5258849"/>
            <a:ext cx="3878486" cy="839467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-84594" y="6345912"/>
            <a:ext cx="4017269" cy="668564"/>
          </a:xfrm>
          <a:prstGeom prst="rect">
            <a:avLst/>
          </a:prstGeom>
        </p:spPr>
      </p:pic>
      <p:pic>
        <p:nvPicPr>
          <p:cNvPr id="47" name="Object 46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4090526" y="1541345"/>
            <a:ext cx="3341269" cy="669841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4152876" y="3352597"/>
            <a:ext cx="3846841" cy="668565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1105537" y="5722992"/>
            <a:ext cx="4294707" cy="628536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6701849" y="5713945"/>
            <a:ext cx="4294736" cy="628536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2243126" y="5685373"/>
            <a:ext cx="4294736" cy="628536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7055411" y="9742745"/>
            <a:ext cx="1462888" cy="6527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42908" y="1555799"/>
            <a:ext cx="5148293" cy="4147639"/>
            <a:chOff x="942908" y="1555799"/>
            <a:chExt cx="5148293" cy="414763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08" y="1555799"/>
              <a:ext cx="5148293" cy="414763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315887" y="1479608"/>
            <a:ext cx="4979300" cy="4346063"/>
            <a:chOff x="12315887" y="1479608"/>
            <a:chExt cx="4979300" cy="434606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5887" y="1479608"/>
              <a:ext cx="4979300" cy="434606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811932" y="1508180"/>
            <a:ext cx="4691062" cy="4193794"/>
            <a:chOff x="6811932" y="1508180"/>
            <a:chExt cx="4691062" cy="419379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1932" y="1508180"/>
              <a:ext cx="4691062" cy="4193794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553737" y="7335642"/>
            <a:ext cx="1049459" cy="65271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054935" y="9742745"/>
            <a:ext cx="1464317" cy="65271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916039" y="5964962"/>
            <a:ext cx="5223979" cy="1613935"/>
            <a:chOff x="916039" y="5964962"/>
            <a:chExt cx="5223979" cy="1613935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916039" y="5964962"/>
              <a:ext cx="5223979" cy="1613935"/>
              <a:chOff x="916039" y="5964962"/>
              <a:chExt cx="5223979" cy="1613935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16039" y="5964962"/>
                <a:ext cx="5223979" cy="1613935"/>
              </a:xfrm>
              <a:prstGeom prst="rect">
                <a:avLst/>
              </a:prstGeom>
            </p:spPr>
          </p:pic>
        </p:grpSp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4809" y="6242572"/>
              <a:ext cx="4708019" cy="12234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530868" y="5964962"/>
            <a:ext cx="5223979" cy="1640425"/>
            <a:chOff x="6530868" y="5964962"/>
            <a:chExt cx="5223979" cy="1640425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6530868" y="5964962"/>
              <a:ext cx="5223979" cy="1640425"/>
              <a:chOff x="6530868" y="5964962"/>
              <a:chExt cx="5223979" cy="1640425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530868" y="5964962"/>
                <a:ext cx="5223979" cy="1640425"/>
              </a:xfrm>
              <a:prstGeom prst="rect">
                <a:avLst/>
              </a:prstGeom>
            </p:spPr>
          </p:pic>
        </p:grpSp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9155" y="6269066"/>
              <a:ext cx="4685333" cy="122341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147399" y="5984670"/>
            <a:ext cx="5223979" cy="1644210"/>
            <a:chOff x="12147399" y="5984670"/>
            <a:chExt cx="5223979" cy="1644210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2147399" y="5984670"/>
              <a:ext cx="5223979" cy="1644210"/>
              <a:chOff x="12147399" y="5984670"/>
              <a:chExt cx="5223979" cy="1644210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147399" y="5984670"/>
                <a:ext cx="5223979" cy="1644210"/>
              </a:xfrm>
              <a:prstGeom prst="rect">
                <a:avLst/>
              </a:prstGeom>
            </p:spPr>
          </p:pic>
        </p:grpSp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85555" y="6298601"/>
              <a:ext cx="5303838" cy="1233838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888920" y="7855286"/>
            <a:ext cx="14728422" cy="13276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0505" y="619552"/>
            <a:ext cx="514286" cy="18818038"/>
            <a:chOff x="9000505" y="619552"/>
            <a:chExt cx="514286" cy="188180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6200000">
              <a:off x="9000505" y="619552"/>
              <a:ext cx="514286" cy="188180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489588" y="4411646"/>
            <a:ext cx="2733683" cy="679313"/>
            <a:chOff x="3489588" y="4411646"/>
            <a:chExt cx="2733683" cy="67931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980000">
              <a:off x="3489588" y="4411646"/>
              <a:ext cx="2733683" cy="67931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65940" y="2212242"/>
            <a:ext cx="1359221" cy="679313"/>
            <a:chOff x="4265940" y="2212242"/>
            <a:chExt cx="1359221" cy="67931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19620000">
              <a:off x="4265940" y="2212242"/>
              <a:ext cx="1359221" cy="6793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753344" y="3033754"/>
            <a:ext cx="1359221" cy="679313"/>
            <a:chOff x="4753344" y="3033754"/>
            <a:chExt cx="1359221" cy="67931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200000">
              <a:off x="4753344" y="3033754"/>
              <a:ext cx="1359221" cy="67931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642266" y="4167506"/>
            <a:ext cx="966730" cy="951735"/>
            <a:chOff x="13642266" y="4167506"/>
            <a:chExt cx="966730" cy="95173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42266" y="4167506"/>
              <a:ext cx="966730" cy="95173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802377" y="1620800"/>
            <a:ext cx="5593835" cy="5358517"/>
            <a:chOff x="2802377" y="1620800"/>
            <a:chExt cx="5593835" cy="535851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339" y="-883579"/>
              <a:ext cx="11187670" cy="10717034"/>
            </a:xfrm>
            <a:prstGeom prst="rect">
              <a:avLst/>
            </a:prstGeom>
          </p:spPr>
        </p:pic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02377" y="1620800"/>
              <a:ext cx="5593835" cy="535851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676190" y="2269656"/>
            <a:ext cx="7014771" cy="4531381"/>
            <a:chOff x="8676190" y="2269656"/>
            <a:chExt cx="7014771" cy="453138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16690" y="151850"/>
              <a:ext cx="14029543" cy="9062762"/>
            </a:xfrm>
            <a:prstGeom prst="rect">
              <a:avLst/>
            </a:prstGeom>
          </p:spPr>
        </p:pic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6190" y="2269656"/>
              <a:ext cx="7014771" cy="4531381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57391" y="668514"/>
            <a:ext cx="10405647" cy="1015905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957570" y="7065766"/>
            <a:ext cx="11052524" cy="1015905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490457" y="7880720"/>
            <a:ext cx="15817638" cy="1508362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357326" y="6219687"/>
            <a:ext cx="4294707" cy="628536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0245630" y="6200640"/>
            <a:ext cx="4294707" cy="62853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0883828" y="4290857"/>
            <a:ext cx="966730" cy="951735"/>
            <a:chOff x="10883828" y="4290857"/>
            <a:chExt cx="966730" cy="951735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83828" y="4290857"/>
              <a:ext cx="966730" cy="95173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3995519" y="3925024"/>
            <a:ext cx="966730" cy="951735"/>
            <a:chOff x="3995519" y="3925024"/>
            <a:chExt cx="966730" cy="951735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95519" y="3925024"/>
              <a:ext cx="966730" cy="951735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7049973" y="9733221"/>
            <a:ext cx="1469679" cy="6622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1372" y="0"/>
            <a:ext cx="18516682" cy="10421602"/>
            <a:chOff x="-151372" y="0"/>
            <a:chExt cx="18516682" cy="104216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1372" y="0"/>
              <a:ext cx="18516682" cy="104216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226102" y="1329652"/>
            <a:ext cx="5477211" cy="4415372"/>
            <a:chOff x="3226102" y="1329652"/>
            <a:chExt cx="5477211" cy="441537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6102" y="1329652"/>
              <a:ext cx="5477211" cy="441537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884481" y="1264888"/>
            <a:ext cx="5301718" cy="4514625"/>
            <a:chOff x="9884481" y="1264888"/>
            <a:chExt cx="5301718" cy="4514625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4481" y="1264888"/>
              <a:ext cx="5301718" cy="4514625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553737" y="7335642"/>
            <a:ext cx="1049459" cy="652716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055411" y="9742745"/>
            <a:ext cx="1462888" cy="65271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3698" y="77423"/>
            <a:ext cx="3111490" cy="795757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884481" y="6036780"/>
            <a:ext cx="5347788" cy="1418022"/>
            <a:chOff x="9884481" y="6036780"/>
            <a:chExt cx="5347788" cy="1418022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9884481" y="6036780"/>
              <a:ext cx="5347788" cy="1418022"/>
              <a:chOff x="9884481" y="6036780"/>
              <a:chExt cx="5347788" cy="1418022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84481" y="6036780"/>
                <a:ext cx="5347788" cy="1418022"/>
              </a:xfrm>
              <a:prstGeom prst="rect">
                <a:avLst/>
              </a:prstGeom>
            </p:spPr>
          </p:pic>
        </p:grpSp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38836" y="6226956"/>
              <a:ext cx="5635029" cy="121389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290813" y="6019111"/>
            <a:ext cx="5347788" cy="1435692"/>
            <a:chOff x="3290813" y="6019111"/>
            <a:chExt cx="5347788" cy="1435692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3290813" y="6019111"/>
              <a:ext cx="5347788" cy="1435692"/>
              <a:chOff x="3290813" y="6019111"/>
              <a:chExt cx="5347788" cy="1435692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290813" y="6019111"/>
                <a:ext cx="5347788" cy="1435692"/>
              </a:xfrm>
              <a:prstGeom prst="rect">
                <a:avLst/>
              </a:prstGeom>
            </p:spPr>
          </p:pic>
        </p:grpSp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7040" y="6208606"/>
              <a:ext cx="5334857" cy="1233838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583564" y="7857830"/>
            <a:ext cx="15040231" cy="13225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5971370"/>
            <a:chOff x="0" y="0"/>
            <a:chExt cx="18285714" cy="597137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597137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175971" y="3726646"/>
            <a:ext cx="5223979" cy="5887071"/>
            <a:chOff x="12175971" y="3726646"/>
            <a:chExt cx="5223979" cy="588707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5971" y="3726646"/>
              <a:ext cx="5223979" cy="588707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6530868" y="3726646"/>
            <a:ext cx="5223979" cy="5887071"/>
            <a:chOff x="6530868" y="3726646"/>
            <a:chExt cx="5223979" cy="588707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0868" y="3726646"/>
              <a:ext cx="5223979" cy="588707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885765" y="3726646"/>
            <a:ext cx="5223979" cy="5887071"/>
            <a:chOff x="885765" y="3726646"/>
            <a:chExt cx="5223979" cy="588707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765" y="3726646"/>
              <a:ext cx="5223979" cy="588707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554897" y="5141559"/>
            <a:ext cx="3885714" cy="21429"/>
            <a:chOff x="1554897" y="5141559"/>
            <a:chExt cx="3885714" cy="21429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4897" y="5141559"/>
              <a:ext cx="3885714" cy="2142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200000" y="5142857"/>
            <a:ext cx="3885714" cy="21429"/>
            <a:chOff x="7200000" y="5142857"/>
            <a:chExt cx="3885714" cy="2142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00000" y="5142857"/>
              <a:ext cx="3885714" cy="2142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45103" y="5142857"/>
            <a:ext cx="3885714" cy="21429"/>
            <a:chOff x="12845103" y="5142857"/>
            <a:chExt cx="3885714" cy="2142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45103" y="5142857"/>
              <a:ext cx="3885714" cy="21429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553737" y="7335642"/>
            <a:ext cx="1049459" cy="652716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618259" y="1266354"/>
            <a:ext cx="15049197" cy="1719331"/>
            <a:chOff x="1618259" y="1266354"/>
            <a:chExt cx="15049197" cy="1719331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8056587" y="1266354"/>
              <a:ext cx="6200897" cy="1719331"/>
              <a:chOff x="8056587" y="1266354"/>
              <a:chExt cx="6200897" cy="1719331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056587" y="1266354"/>
                <a:ext cx="6200897" cy="1719331"/>
              </a:xfrm>
              <a:prstGeom prst="rect">
                <a:avLst/>
              </a:prstGeom>
            </p:spPr>
          </p:pic>
        </p:grpSp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8745" y="1111145"/>
              <a:ext cx="16014732" cy="2524855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21270" y="5588576"/>
            <a:ext cx="4534783" cy="3425526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6816" y="4009551"/>
            <a:ext cx="5441855" cy="1467941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 rot="60000">
            <a:off x="7226027" y="4010861"/>
            <a:ext cx="4064446" cy="148061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067918" y="4005866"/>
            <a:ext cx="5117035" cy="1467940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94174" y="77423"/>
            <a:ext cx="2543280" cy="801966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7054935" y="9742745"/>
            <a:ext cx="1464317" cy="652717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794566" y="5848734"/>
            <a:ext cx="4691850" cy="2990088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490803" y="5631020"/>
            <a:ext cx="4816355" cy="34255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7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7355926" y="0"/>
            <a:ext cx="929789" cy="10285714"/>
            <a:chOff x="17355926" y="0"/>
            <a:chExt cx="929789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55926" y="0"/>
              <a:ext cx="929789" cy="1028571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-5400000">
            <a:off x="17290362" y="3244345"/>
            <a:ext cx="784861" cy="525699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6200000">
            <a:off x="16035272" y="1335354"/>
            <a:ext cx="3289365" cy="52569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266625" y="429820"/>
            <a:ext cx="2109779" cy="743641"/>
            <a:chOff x="1266625" y="429820"/>
            <a:chExt cx="2109779" cy="743641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6625" y="429820"/>
              <a:ext cx="2109779" cy="743641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7369787" y="299520"/>
            <a:ext cx="15415118" cy="125709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54000" y="3660612"/>
            <a:ext cx="3562535" cy="769960"/>
            <a:chOff x="954000" y="3660612"/>
            <a:chExt cx="3562535" cy="769960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266625" y="3660612"/>
              <a:ext cx="2937286" cy="769960"/>
              <a:chOff x="1266625" y="3660612"/>
              <a:chExt cx="2937286" cy="769960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66625" y="3660612"/>
                <a:ext cx="2937286" cy="769960"/>
              </a:xfrm>
              <a:prstGeom prst="rect">
                <a:avLst/>
              </a:prstGeom>
            </p:spPr>
          </p:pic>
        </p:grpSp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8499" y="3511479"/>
              <a:ext cx="4749709" cy="135223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442596" y="5142857"/>
            <a:ext cx="4503077" cy="2753911"/>
            <a:chOff x="10442596" y="5142857"/>
            <a:chExt cx="4503077" cy="275391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0876224" y="5319257"/>
              <a:ext cx="1136814" cy="1264004"/>
              <a:chOff x="10876224" y="5319257"/>
              <a:chExt cx="1136814" cy="1264004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0876224" y="5319257"/>
                <a:ext cx="1136814" cy="1264004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2147729" y="5142857"/>
              <a:ext cx="1159649" cy="1159649"/>
              <a:chOff x="12147729" y="5142857"/>
              <a:chExt cx="1159649" cy="115964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2147729" y="5142857"/>
                <a:ext cx="1159649" cy="115964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2558040" y="7306292"/>
              <a:ext cx="1972116" cy="586704"/>
              <a:chOff x="12558040" y="7306292"/>
              <a:chExt cx="1972116" cy="586704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2558040" y="7306292"/>
                <a:ext cx="1972116" cy="586704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2840912" y="6376464"/>
              <a:ext cx="2101405" cy="840562"/>
              <a:chOff x="12840912" y="6376464"/>
              <a:chExt cx="2101405" cy="840562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840912" y="6376464"/>
                <a:ext cx="2101405" cy="840562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3358686" y="5269361"/>
              <a:ext cx="1294158" cy="1107103"/>
              <a:chOff x="13358686" y="5269361"/>
              <a:chExt cx="1294158" cy="1107103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3358686" y="5269361"/>
                <a:ext cx="1294158" cy="1107103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0442596" y="6743321"/>
              <a:ext cx="1856505" cy="1095667"/>
              <a:chOff x="10442596" y="6743321"/>
              <a:chExt cx="1856505" cy="1095667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0442596" y="6743321"/>
                <a:ext cx="1856505" cy="1095667"/>
              </a:xfrm>
              <a:prstGeom prst="rect">
                <a:avLst/>
              </a:prstGeom>
            </p:spPr>
          </p:pic>
        </p:grpSp>
      </p:grpSp>
      <p:grpSp>
        <p:nvGrpSpPr>
          <p:cNvPr id="1012" name="그룹 1012"/>
          <p:cNvGrpSpPr/>
          <p:nvPr/>
        </p:nvGrpSpPr>
        <p:grpSpPr>
          <a:xfrm>
            <a:off x="10427459" y="4045592"/>
            <a:ext cx="2584095" cy="786654"/>
            <a:chOff x="10427459" y="4045592"/>
            <a:chExt cx="2584095" cy="786654"/>
          </a:xfrm>
        </p:grpSpPr>
        <p:grpSp>
          <p:nvGrpSpPr>
            <p:cNvPr id="1013" name="그룹 1013"/>
            <p:cNvGrpSpPr/>
            <p:nvPr/>
          </p:nvGrpSpPr>
          <p:grpSpPr>
            <a:xfrm>
              <a:off x="10561870" y="4045592"/>
              <a:ext cx="2231810" cy="786654"/>
              <a:chOff x="10561870" y="4045592"/>
              <a:chExt cx="2231810" cy="786654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0561870" y="4045592"/>
                <a:ext cx="2231810" cy="786654"/>
              </a:xfrm>
              <a:prstGeom prst="rect">
                <a:avLst/>
              </a:prstGeom>
            </p:spPr>
          </p:pic>
        </p:grpSp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62286" y="3906133"/>
              <a:ext cx="3759414" cy="1363319"/>
            </a:xfrm>
            <a:prstGeom prst="rect">
              <a:avLst/>
            </a:prstGeom>
          </p:spPr>
        </p:pic>
      </p:grpSp>
      <p:pic>
        <p:nvPicPr>
          <p:cNvPr id="43" name="Object 4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7085687" y="9742745"/>
            <a:ext cx="1423860" cy="652717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194250" y="1188660"/>
            <a:ext cx="15512581" cy="2358333"/>
          </a:xfrm>
          <a:prstGeom prst="rect">
            <a:avLst/>
          </a:prstGeom>
        </p:spPr>
      </p:pic>
      <p:grpSp>
        <p:nvGrpSpPr>
          <p:cNvPr id="1014" name="그룹 1014"/>
          <p:cNvGrpSpPr/>
          <p:nvPr/>
        </p:nvGrpSpPr>
        <p:grpSpPr>
          <a:xfrm>
            <a:off x="1304720" y="4505416"/>
            <a:ext cx="10429924" cy="5039801"/>
            <a:chOff x="1304720" y="4505416"/>
            <a:chExt cx="10429924" cy="503980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57103" y="6019885"/>
              <a:ext cx="5625945" cy="2792630"/>
            </a:xfrm>
            <a:prstGeom prst="rect">
              <a:avLst/>
            </a:prstGeom>
          </p:spPr>
        </p:pic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57103" y="4790355"/>
              <a:ext cx="4858211" cy="961030"/>
            </a:xfrm>
            <a:prstGeom prst="rect">
              <a:avLst/>
            </a:prstGeom>
          </p:spPr>
        </p:pic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57103" y="5666348"/>
              <a:ext cx="3664973" cy="658288"/>
            </a:xfrm>
            <a:prstGeom prst="rect">
              <a:avLst/>
            </a:prstGeom>
          </p:spPr>
        </p:pic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28532" y="4429227"/>
              <a:ext cx="3594021" cy="658288"/>
            </a:xfrm>
            <a:prstGeom prst="rect">
              <a:avLst/>
            </a:prstGeom>
          </p:spPr>
        </p:pic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7101" y="8812749"/>
              <a:ext cx="8774241" cy="9610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2023-11-03T14:40:31Z</dcterms:created>
  <dcterms:modified xsi:type="dcterms:W3CDTF">2023-11-03T14:40:31Z</dcterms:modified>
</cp:coreProperties>
</file>